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n8n is self-hosted by us, not on n8n Cloud — no per-execution fee today. That's the whole point: cheap now because we bent the rules on how it's provisioned, expensive the day we regularize it. OEM licensing is per-execution, pooled across every customer, and n8n's own guidance says white-labelling isn't available. Full argument: Decision Brief, and PRD Section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workflows are one client (Euromedicagroup) — a heavy user, not necessarily representative. That's exactly why the census (this week) matters: we don't yet know if this defect rate holds across the client base. If it does, it's the strongest argument in the whole pitch. PRD Section 1.2c and Appendix A have full workflow-by-workflow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slow down on. The 12-node rebuild uses a multi-inbox trigger, a lookup table to resolve the board per inbox, and a mandatory fallback branch on the router — the three primitives in the next slide. Full worked example with the actual node list: PRD Appendix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Reuses BullMQ/Redis and Supabase/Postgres — no new runtime to operate. Scope filtering before enqueue is the direct fix for n8n's cost shape: an inbox we don't watch never creates a run. Loop-heavy batch runs (Sync Data Book New style) need their own wall-clock limits and checkpointing — see PRD Section 5.3 and 7.5 on retention design, built to avoid n8n's execution-table bloat failure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Phase 1 scope as provisional until the Phase 0 census lands — that's an explicit gate, not a formality. If the census surfaces a workflow shape we haven't planned for (like the batch-sync discovery did), Phase 1 gets re-scoped before it starts, not after. Full plan with ticket-level breakdown: PRD Section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 is the one to watch — the CEO's own notes list segment/CDP triggers first, and this plan has them in v2. Could genuinely go either way; the mitigation is designing the trigger registry so they're drop-in adapters regardless of when they ship. Full CEO-requirements trace: PRD Appendix C. Decisions 1-7 with recommendations: Decision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778240" y="3931920"/>
            <a:ext cx="1371600" cy="45720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389120"/>
            <a:ext cx="822960" cy="73152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3931920"/>
            <a:ext cx="914400" cy="100584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601200" y="4937760"/>
            <a:ext cx="1463040" cy="18288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052560" y="5120640"/>
            <a:ext cx="548640" cy="64008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332720" y="4937760"/>
            <a:ext cx="731520" cy="100584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5760720"/>
            <a:ext cx="1280160" cy="18288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7092" y="434797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08692" y="389077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60052" y="507949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23092" y="489661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91572" y="590245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11412" y="571957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KICKOFF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Cekat Automations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embedded n8n with an in-house workflow engine and builder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Monday, August 3, 2026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108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· Product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is the wrong long-term foundation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so it's cheap today. That's exactly what makes it fragile.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24054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13432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exposure is latent, not current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697480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Sustainable Use License doesn't contemplate hosting n8n so customers build workflows inside a product they pay for. Regularizing it means OEM pricing — per execution, pooled across every customer.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02152"/>
            <a:ext cx="566928" cy="566928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575853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483864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fragility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386791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provision by writing directly into n8n's private database schema. Every upgrade risks breaking client automations — so in practice, we don't upgrade.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672584"/>
            <a:ext cx="566928" cy="566928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746285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654296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are quietly broken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25880" y="5038344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4 live workflows from one client. Every single one had a defect a domain-aware tool would have prevented.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Decision Brief · PRD Section 1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aren't careless mistakes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what n8n's design allows. Mechanism, not mood.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workflows had a defect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“Label New,” “Social Media Tracker,” “Voucher bayar di klinik” — one client, audited in depth.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2450592"/>
            <a:ext cx="292608" cy="292608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2514600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9160" y="236829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stray “x” in an expression silently killed the Hot Leads label branch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51960" y="3054096"/>
            <a:ext cx="292608" cy="292608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3118104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971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nodes wrote to the wrong CRM board — a copy-pasted UUID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251960" y="3657600"/>
            <a:ext cx="292608" cy="292608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372160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357530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leads never got a CRM record — the “open” branch wired to nothing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251960" y="4261104"/>
            <a:ext cx="292608" cy="292608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432511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417880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match used exact-equals against a value with a trailing space — dropped silently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251960" y="4864608"/>
            <a:ext cx="292608" cy="292608"/>
          </a:xfrm>
          <a:prstGeom prst="ellipse">
            <a:avLst/>
          </a:prstGeom>
          <a:solidFill>
            <a:srgbClr val="E2574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4928616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09160" y="478231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28 identical timestamp writes missing timezone conversion — landed 7 hours off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48640" y="6263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IDs, optional fallback branches, per-node timezone handling, copy-paste as the only way to scale.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IN ONE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workflow, before and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709160" cy="3246120"/>
          </a:xfrm>
          <a:prstGeom prst="roundRect">
            <a:avLst>
              <a:gd name="adj" fmla="val 2254"/>
            </a:avLst>
          </a:prstGeom>
          <a:solidFill>
            <a:srgbClr val="F5F6F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N8N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“Label New”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8,600 lines. One 4-node chain, copy-pasted 34 times across 6 inboxes.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352044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3685032"/>
            <a:ext cx="448056" cy="4480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949440" y="2148840"/>
            <a:ext cx="4709160" cy="3246120"/>
          </a:xfrm>
          <a:prstGeom prst="roundRect">
            <a:avLst>
              <a:gd name="adj" fmla="val 2254"/>
            </a:avLst>
          </a:prstGeom>
          <a:solidFill>
            <a:srgbClr val="E3FBF7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26974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</a:t>
            </a:r>
            <a:endParaRPr lang="en-US" sz="5800" dirty="0"/>
          </a:p>
        </p:txBody>
      </p:sp>
      <p:sp>
        <p:nvSpPr>
          <p:cNvPr id="14" name="Text 11"/>
          <p:cNvSpPr/>
          <p:nvPr/>
        </p:nvSpPr>
        <p:spPr>
          <a:xfrm>
            <a:off x="7315200" y="3611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same behavior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315200" y="40233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multi-inbox trigger, one CRM lookup, one router, six updates.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reduction scales with how much duplication a client has — dramatic for heavy users, modest for someone running three simple workflows.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THINK ABOUT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carry the whole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0352" cy="530352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586" y="2217786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1214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by default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280720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n8n wherever we have no reason to differ. Clients have months of muscle memory — every gratuitous divergence is a support ticket.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1072" y="2148840"/>
            <a:ext cx="530352" cy="530352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018" y="2217786"/>
            <a:ext cx="392460" cy="392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76872" y="21214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references, not free text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291072" y="280720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inboxes, and labels are pickers backed by live IDs, validated on save and publish. The wrong-board bug becomes unrepresentable.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30352" cy="530352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6" y="4138026"/>
            <a:ext cx="392460" cy="392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41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automation, many scopes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48640" y="472744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subscribes to N inboxes at once. 136 nodes collapses to about 12.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91072" y="4069080"/>
            <a:ext cx="530352" cy="530352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018" y="4138026"/>
            <a:ext cx="392460" cy="392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76872" y="4041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fails silently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291072" y="4727448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require a fallback branch or they won't publish. Every run is logged and attributable to a node.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Narrower than n8n. Deeper on Cekat's data.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500 connectors. No arbitrary code execution.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maps to a /business_workflows/* route we already run in production.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E3FB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204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A5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orchestration layer over APIs that already exist — plus a canvas. We are not building 30 integrations.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12151C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09560" y="23317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32104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/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0" y="23317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469880" y="2331720"/>
            <a:ext cx="1737360" cy="7772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0469880" y="2331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declares a category (engine behavior) and a domain (where you find it in the palette).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114800"/>
            <a:ext cx="987552" cy="45720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41148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96912" y="4114800"/>
            <a:ext cx="987552" cy="45720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7296912" y="41148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21624" y="4114800"/>
            <a:ext cx="987552" cy="45720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8421624" y="41148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46336" y="4114800"/>
            <a:ext cx="987552" cy="45720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9546336" y="41148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671048" y="4114800"/>
            <a:ext cx="987552" cy="45720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10671048" y="4114800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Reuses infrastructure we already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487168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domain events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· label · CRM write · cron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0360" y="23774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54680" y="23774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3FBF7"/>
          </a:solidFill>
          <a:ln/>
        </p:spPr>
      </p:sp>
      <p:sp>
        <p:nvSpPr>
          <p:cNvPr id="9" name="Text 7"/>
          <p:cNvSpPr/>
          <p:nvPr/>
        </p:nvSpPr>
        <p:spPr>
          <a:xfrm>
            <a:off x="3264408" y="2487168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Dispatcher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64408" y="2880360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0" y="23774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760720" y="23774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5870448" y="2487168"/>
            <a:ext cx="1929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70448" y="2880360"/>
            <a:ext cx="192938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/ Redis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09560" y="237744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83880" y="23774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2151C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487168"/>
            <a:ext cx="21122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Worker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93608" y="2880360"/>
            <a:ext cx="211226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graph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03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filtering happens before enqueue — an inbox we don't watch never creates a run.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37033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3703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Fire-and-forget: an automation failure never blocks conversation ingestion.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6840" y="4617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852160" y="507492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APIs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507492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84080" y="5074920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· Datadog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THE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streams, one manifest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01952" y="2286000"/>
            <a:ext cx="777240" cy="77724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993" y="23870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4612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34838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Executor, expressions, dispatcher, retries, run persistence. Self-contained and deep — the fastest way to learn Cekat's event flow.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705856" y="2286000"/>
            <a:ext cx="777240" cy="77724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97" y="238704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52544" y="324612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Adapters &amp; API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352544" y="3794760"/>
            <a:ext cx="34838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action, and CRM adapters plus the REST surface. Best onboarding path: each adapter is small, shippable, and teaches one part of the platform.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509760" y="2286000"/>
            <a:ext cx="777240" cy="77724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801" y="238704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24612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156448" y="3794760"/>
            <a:ext cx="34838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config drawer, test run, live execution view. Parallel from week 1 against a frozen manifest schema.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node type = one manifest + one handler. No engine changes, no frontend changes.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weeks to Milestone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33372" y="2514600"/>
            <a:ext cx="8531352" cy="22860"/>
          </a:xfrm>
          <a:prstGeom prst="rect">
            <a:avLst/>
          </a:prstGeom>
          <a:solidFill>
            <a:srgbClr val="E3E5EA"/>
          </a:solidFill>
          <a:ln/>
        </p:spPr>
      </p:sp>
      <p:sp>
        <p:nvSpPr>
          <p:cNvPr id="5" name="Shape 3"/>
          <p:cNvSpPr/>
          <p:nvPr/>
        </p:nvSpPr>
        <p:spPr>
          <a:xfrm>
            <a:off x="1751076" y="2446020"/>
            <a:ext cx="164592" cy="164592"/>
          </a:xfrm>
          <a:prstGeom prst="ellipse">
            <a:avLst/>
          </a:prstGeom>
          <a:solidFill>
            <a:srgbClr val="2A2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569464" cy="2331720"/>
          </a:xfrm>
          <a:prstGeom prst="roundRect">
            <a:avLst>
              <a:gd name="adj" fmla="val 3137"/>
            </a:avLst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747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schema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census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spikes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94860" y="2446020"/>
            <a:ext cx="164592" cy="164592"/>
          </a:xfrm>
          <a:prstGeom prst="ellipse">
            <a:avLst/>
          </a:prstGeom>
          <a:solidFill>
            <a:srgbClr val="2A2F3A"/>
          </a:solidFill>
          <a:ln/>
        </p:spPr>
      </p:sp>
      <p:sp>
        <p:nvSpPr>
          <p:cNvPr id="12" name="Text 10"/>
          <p:cNvSpPr/>
          <p:nvPr/>
        </p:nvSpPr>
        <p:spPr>
          <a:xfrm>
            <a:off x="3392424" y="2743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2424" y="2999232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92424" y="3337560"/>
            <a:ext cx="2569464" cy="2331720"/>
          </a:xfrm>
          <a:prstGeom prst="roundRect">
            <a:avLst>
              <a:gd name="adj" fmla="val 3137"/>
            </a:avLst>
          </a:prstGeom>
          <a:solidFill>
            <a:srgbClr val="F5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3529584" y="34747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API-first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9584" y="38862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engine, no UI yet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Shippable on its own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438644" y="244602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2743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2999232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3337560"/>
            <a:ext cx="2569464" cy="2331720"/>
          </a:xfrm>
          <a:prstGeom prst="roundRect">
            <a:avLst>
              <a:gd name="adj" fmla="val 3137"/>
            </a:avLst>
          </a:prstGeom>
          <a:solidFill>
            <a:srgbClr val="E3FB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4747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3368" y="38862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Canvas, node config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run, live executions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373368" y="534924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282428" y="244602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9079992" y="274320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79992" y="2999232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79992" y="3337560"/>
            <a:ext cx="2569464" cy="2331720"/>
          </a:xfrm>
          <a:prstGeom prst="roundRect">
            <a:avLst>
              <a:gd name="adj" fmla="val 3137"/>
            </a:avLst>
          </a:prstGeom>
          <a:solidFill>
            <a:srgbClr val="E3FBF7"/>
          </a:solidFill>
          <a:ln/>
        </p:spPr>
      </p:sp>
      <p:sp>
        <p:nvSpPr>
          <p:cNvPr id="28" name="Text 26"/>
          <p:cNvSpPr/>
          <p:nvPr/>
        </p:nvSpPr>
        <p:spPr>
          <a:xfrm>
            <a:off x="9217152" y="3474720"/>
            <a:ext cx="2295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17152" y="3886200"/>
            <a:ext cx="22951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credentials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tooling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clients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217152" y="534924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RELEASE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delivers value without the canvas — if the builder slips, we still have a working engine.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MONDAY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doing this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2082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1488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3483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manifest schema + JSON Schema validator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migrations — automations, versions, triggers, runs, steps, lookup tables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Run-context &amp; expression evaluator design doc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4352544" y="2148840"/>
            <a:ext cx="457200" cy="45720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20827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46904" y="21488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&amp; API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352544" y="2788920"/>
            <a:ext cx="3483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 census — script export across ALL clients, not just one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Spike: CRM change-event source — does a hook exist, or do we need an outbox table?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audit 2–3 workflows from other clients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8156448" y="2148840"/>
            <a:ext cx="457200" cy="45720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220827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50808" y="2148840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156448" y="2788920"/>
            <a:ext cx="3483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Spike: React Flow — node rendering, ports, custom edges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Spike: live-execution push channel (SSE + Redis pub/sub)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manifest schema draft against real config needs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2151C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 manifest frozen · migrations merged · CRM trigger source decided · census delivered — before Phase 1 scope locks.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OPEN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things being decided this week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04288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23113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segment/CDP triggers ship in v1, or v2?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51560" y="254203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time-critical — changes what Adapters builds this week.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94436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honor “every Cekat function should be callable”?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51560" y="32552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everything reachable via HTTP + our Open API; ~20 most-used get first-class nodes.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075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6576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CRM-field-changed event come from?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51560" y="39684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spike — a real unknown, not a formality.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43984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437083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read on the current n8n arrangement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1051560" y="4681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urgency. Doesn't block Monday.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57216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50840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handoff with Nic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51560" y="53949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or hi-fi — enough to anchor engineering context.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blocks Monday. Phase 0 is designed to survive these moving.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AIMING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 after full release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n8n clients migrated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328416" y="2286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328416" y="3200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runs fail — 100% visible in-app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08192" y="2286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108192" y="3200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CS to answer “did this run?” — no n8n login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87968" y="2286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E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887968" y="3200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executions across migrated clients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5F6F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5488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54480" y="448056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launch narrative, per migrated client: we moved your workflow over and fixed the bugs you didn't know you had.”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FOR MORE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documents, three people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3971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860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 — licensing, cost, the ask. 8-minute read.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5989320" y="21031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331720"/>
            <a:ext cx="502920" cy="502920"/>
          </a:xfrm>
          <a:prstGeom prst="ellipse">
            <a:avLst/>
          </a:prstGeom>
          <a:solidFill>
            <a:srgbClr val="E3FB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20" y="23971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22860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Cekat Automations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63640" y="297180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 — full spec. Has a reader map at the top; use it, don't read it linearly.</a:t>
            </a:r>
            <a:endParaRPr lang="en-US" sz="1180" dirty="0"/>
          </a:p>
        </p:txBody>
      </p:sp>
      <p:sp>
        <p:nvSpPr>
          <p:cNvPr id="14" name="Text 10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Supporting: n8n — Features &amp; Capabilities  ·  Segmentation PRD (shared condition model)  ·  MRKT Automation RFC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663440"/>
            <a:ext cx="3483864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80060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77240" y="516636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scope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352544" y="4663440"/>
            <a:ext cx="3483864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/>
        </p:spPr>
      </p:sp>
      <p:sp>
        <p:nvSpPr>
          <p:cNvPr id="19" name="Text 15"/>
          <p:cNvSpPr/>
          <p:nvPr/>
        </p:nvSpPr>
        <p:spPr>
          <a:xfrm>
            <a:off x="4581144" y="480060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81144" y="516636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design alignment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6448" y="4663440"/>
            <a:ext cx="3483864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/>
        </p:spPr>
      </p:sp>
      <p:sp>
        <p:nvSpPr>
          <p:cNvPr id="22" name="Text 18"/>
          <p:cNvSpPr/>
          <p:nvPr/>
        </p:nvSpPr>
        <p:spPr>
          <a:xfrm>
            <a:off x="8385048" y="480060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385048" y="516636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&amp; client migration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CEKAT AUTOMATIONS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4400" y="914400"/>
            <a:ext cx="1371600" cy="45720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71600"/>
            <a:ext cx="822960" cy="73152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914400"/>
            <a:ext cx="914400" cy="100584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737360" y="1920240"/>
            <a:ext cx="1463040" cy="18288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88720" y="2103120"/>
            <a:ext cx="548640" cy="64008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468880" y="1920240"/>
            <a:ext cx="731520" cy="100584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743200"/>
            <a:ext cx="1280160" cy="182880"/>
          </a:xfrm>
          <a:prstGeom prst="line">
            <a:avLst/>
          </a:prstGeom>
          <a:noFill/>
          <a:ln w="15875">
            <a:solidFill>
              <a:srgbClr val="24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3252" y="133045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44852" y="87325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96212" y="206197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159252" y="187909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27732" y="288493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7572" y="2702052"/>
            <a:ext cx="82296" cy="82296"/>
          </a:xfrm>
          <a:prstGeom prst="ellipse">
            <a:avLst/>
          </a:prstGeom>
          <a:solidFill>
            <a:srgbClr val="2DD4BF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tool that makes n8n unnecessary.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is in the PRD. Questions go to Ben.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August 3, 2026 — Cekat Automations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2026-07-30T06:36:17Z</dcterms:created>
  <dcterms:modified xsi:type="dcterms:W3CDTF">2026-07-30T06:36:17Z</dcterms:modified>
</cp:coreProperties>
</file>